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f7a1a852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f7a1a852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f7a1a852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f7a1a852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f7a1a852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f7a1a852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f7a1a852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f7a1a852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f7a1a852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f7a1a852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f7a1a852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4f7a1a852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f7a1a852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f7a1a852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f7a1a852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f7a1a852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f7a1a852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f7a1a852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f7a1a852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f7a1a852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f7a1a852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f7a1a852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Investigating P2P Data Leakage at Beat Step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K.ANUGNA SAI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AP24122050013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INTRODUCTION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Beat Step reported a data breach involving two audio files: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Contraband.mp3 (copyrighted)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Sample-1.mp3 (confidential)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 Identify how the files were leaked and who was responsible.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suspects: Kamryn Allen and Willis Gibbs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Forensic Methodology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Acquisition: Disk imaging, hash verification.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Recovery: Torrent files, email artifacts, browser history.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Analysis: Timeline creation, file metadata, MFT parsing.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Presentation: Structured report and conclusions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d5deep, sha1deep – hash verification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Regripper – registry analysis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icat, fls – file recovery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sqlite3 – browser analysis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Mutt – email investigation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analyzeMFT, strings, hexedit, Exiftool – metadata and signatures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Forensic Process Overview with Key Evidence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644675" y="500925"/>
            <a:ext cx="4166400" cy="43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Acquisition Phase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:Disk_Image_ID-20210327.001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Verified with md5deep / sha1deep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Artifacts: Registry hives, torrent files, email, browser data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Recovery Phase: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Found: .mp3 and .torrent files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Browser history, email (Thunderbird), torrent logs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Analysis Phase: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Hash match confirmed authenticity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MFT timeline showed file activity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Registry and logs linked file usage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Presentation Phase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:Documented timeline and findings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Chain of custody preserved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Crucial Finding 1 – File Possession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Files &amp; .torrents found on Kamryn’s system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File hashes matched Beat Step’s originals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Link files and paths confirmed presence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Unauthorized possession of confidential data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475" y="2222500"/>
            <a:ext cx="3751050" cy="25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Crucial Finding 2 – Email Communication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Emails from Willis: Sample-1.mp3 &amp; Contraband.torrent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Kamryn replied and forwarded to outside contacts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Mentions of “leaker community” in email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Suggests deliberate sharing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500" y="2223325"/>
            <a:ext cx="3526581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Crucial Finding 3 – File Distribution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Kamryn emailed both files externally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Sample-1.mp3 was seeded by her (sole seeder)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Contraband.torrent created with qBittorrent (not installed on her system)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Indicates file was received, not created.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9275" y="1991425"/>
            <a:ext cx="3935199" cy="250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Crucial Finding 4 – Web Activity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Kamryn browsed tracker lists on GitHub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Logged into "Social Upload" file-sharing forum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Created thread: "New Music"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Activity matches file distribution times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700" y="2329475"/>
            <a:ext cx="3909425" cy="20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 of Events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March 10 – Installed uTorrent, Thunderbird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March 21 – Received Sample-1 from Willis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March 27 – Received Contraband.torrent and emailed both files externally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All actions confirmed by MFT &amp; logs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Kamryn possessed and distributed sensitive files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Created and seeded Sample-1.torrent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Contraband.torrent linked to Willis (external origin)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Strong evidence of coordinated internal leak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Restrict use of email clients and torrent tools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Implement network traffic and log monitoring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Conduct employee awareness and security training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Perform regular forensic audits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Enhance access control and policy enforcement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